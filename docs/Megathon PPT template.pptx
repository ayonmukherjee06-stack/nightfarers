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b351c26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b351c26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b351c26f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b351c26f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351c26f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b351c26f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b351c26f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b351c26f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b351c26f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b351c26f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b351c26f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b351c26f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b351c26f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b351c26f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b351c26f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b351c26f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b351c26f3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b351c26f3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b351c26f3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b351c26f3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b351c26f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b351c26f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57" name="Google Shape;57;p13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533075" y="1816100"/>
            <a:ext cx="300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Team Details: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Team name: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Team members: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College/organization: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Team leader/contact: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4927275" y="187960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Track </a:t>
            </a:r>
            <a:r>
              <a:rPr b="1" lang="en-GB"/>
              <a:t>Details: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Track name: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statement :</a:t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71" name="Google Shape;71;p14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279400" y="1134850"/>
            <a:ext cx="5435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Problem Statement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problem are you trying to solve?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 faces this problem?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is this problem important?</a:t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84" name="Google Shape;84;p15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196100" y="1138550"/>
            <a:ext cx="6108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Proposed Solution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Briefly describe your solution.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does it solve the identified problem?</a:t>
            </a: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97" name="Google Shape;97;p16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279400" y="1079500"/>
            <a:ext cx="4940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Innovation / Uniqueness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new or different about your idea?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is it better than existing solutions?</a:t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7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10" name="Google Shape;110;p17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279400" y="1054100"/>
            <a:ext cx="4724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Target Users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 will use the solution?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Example: students, hospitals, farmers, businesses, etc.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8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23" name="Google Shape;123;p18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279400" y="1143000"/>
            <a:ext cx="4203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Key Features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 3–6 major features.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Keep them short and specific.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36" name="Google Shape;136;p19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279400" y="973450"/>
            <a:ext cx="41403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Technology / Tech Stack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Languages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Frameworks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AI/ML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Cloud/platforms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Hardware, if applicable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0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49" name="Google Shape;149;p20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 txBox="1"/>
          <p:nvPr/>
        </p:nvSpPr>
        <p:spPr>
          <a:xfrm>
            <a:off x="279400" y="1155700"/>
            <a:ext cx="4800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Implementation Plan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will you build it during the hackathon?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will be the minimum viable prototype?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1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1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62" name="Google Shape;162;p21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1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279400" y="1206500"/>
            <a:ext cx="7988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Expected Impact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benefit will the solution provide?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Expected social, economic, educational, environmental, or technical impact.</a:t>
            </a: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75" name="Google Shape;175;p22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2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2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 txBox="1"/>
          <p:nvPr/>
        </p:nvSpPr>
        <p:spPr>
          <a:xfrm>
            <a:off x="279400" y="1181100"/>
            <a:ext cx="5499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Feasibility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the solution realistically be built during the hackathon?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major dependencies or limitations?</a:t>
            </a:r>
            <a:endParaRPr/>
          </a:p>
        </p:txBody>
      </p:sp>
      <p:sp>
        <p:nvSpPr>
          <p:cNvPr id="180" name="Google Shape;180;p22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3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88" name="Google Shape;188;p23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3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3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279400" y="1113150"/>
            <a:ext cx="5257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Prototype / References (optional)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Figma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GitHub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diagram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Research/reference links</a:t>
            </a: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4" title="images.png"/>
          <p:cNvPicPr preferRelativeResize="0"/>
          <p:nvPr/>
        </p:nvPicPr>
        <p:blipFill rotWithShape="1">
          <a:blip r:embed="rId3">
            <a:alphaModFix/>
          </a:blip>
          <a:srcRect b="37193" l="14523" r="0" t="36550"/>
          <a:stretch/>
        </p:blipFill>
        <p:spPr>
          <a:xfrm>
            <a:off x="279400" y="1"/>
            <a:ext cx="2091425" cy="6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4" title="IEEE SB - SRMIST.jpg"/>
          <p:cNvPicPr preferRelativeResize="0"/>
          <p:nvPr/>
        </p:nvPicPr>
        <p:blipFill rotWithShape="1">
          <a:blip r:embed="rId4">
            <a:alphaModFix/>
          </a:blip>
          <a:srcRect b="34698" l="4628" r="4628" t="30258"/>
          <a:stretch/>
        </p:blipFill>
        <p:spPr>
          <a:xfrm>
            <a:off x="7291850" y="171450"/>
            <a:ext cx="1683893" cy="5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4"/>
          <p:cNvSpPr txBox="1"/>
          <p:nvPr/>
        </p:nvSpPr>
        <p:spPr>
          <a:xfrm>
            <a:off x="279400" y="414859"/>
            <a:ext cx="1973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25" lIns="90125" spcFirstLastPara="1" rIns="90125" wrap="square" tIns="9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6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Mega-Thon</a:t>
            </a:r>
            <a:endParaRPr sz="276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01" name="Google Shape;201;p24" title="IE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8700" y="171450"/>
            <a:ext cx="1131892" cy="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4" title="STAR(T)ECH LOGO.jpeg"/>
          <p:cNvPicPr preferRelativeResize="0"/>
          <p:nvPr/>
        </p:nvPicPr>
        <p:blipFill rotWithShape="1">
          <a:blip r:embed="rId6">
            <a:alphaModFix/>
          </a:blip>
          <a:srcRect b="39063" l="0" r="0" t="23794"/>
          <a:stretch/>
        </p:blipFill>
        <p:spPr>
          <a:xfrm>
            <a:off x="2456025" y="171450"/>
            <a:ext cx="1588749" cy="59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4" title="acm.jpeg"/>
          <p:cNvPicPr preferRelativeResize="0"/>
          <p:nvPr/>
        </p:nvPicPr>
        <p:blipFill rotWithShape="1">
          <a:blip r:embed="rId7">
            <a:alphaModFix/>
          </a:blip>
          <a:srcRect b="24293" l="0" r="0" t="29292"/>
          <a:stretch/>
        </p:blipFill>
        <p:spPr>
          <a:xfrm>
            <a:off x="4282363" y="97813"/>
            <a:ext cx="1588749" cy="73737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4"/>
          <p:cNvSpPr/>
          <p:nvPr/>
        </p:nvSpPr>
        <p:spPr>
          <a:xfrm>
            <a:off x="0" y="4711700"/>
            <a:ext cx="9144000" cy="4317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4"/>
          <p:cNvSpPr txBox="1"/>
          <p:nvPr/>
        </p:nvSpPr>
        <p:spPr>
          <a:xfrm>
            <a:off x="279400" y="1143000"/>
            <a:ext cx="574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One-Line Pitch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Describe the entire idea in one sentence.</a:t>
            </a:r>
            <a:endParaRPr/>
          </a:p>
        </p:txBody>
      </p:sp>
      <p:sp>
        <p:nvSpPr>
          <p:cNvPr id="206" name="Google Shape;206;p24"/>
          <p:cNvSpPr txBox="1"/>
          <p:nvPr/>
        </p:nvSpPr>
        <p:spPr>
          <a:xfrm>
            <a:off x="2781400" y="4711700"/>
            <a:ext cx="332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@ YUVA MEGA-THON Submission template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